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26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8/10/relationships/authors" Target="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17-08-2026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17-08-2026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17-08-2026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17-08-2026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180629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1rst REVIEW</a:t>
            </a: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 Fitness &amp; Wellness Mobile App for Member Self-Service</a:t>
            </a:r>
            <a:br>
              <a:rPr lang="en-US" sz="2400" b="1" dirty="0">
                <a:cs typeface="Arial" panose="020B0604020202020204" pitchFamily="34" charset="0"/>
              </a:rPr>
            </a:b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Dr.Y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Subbarayudu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128991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HAMSINI VANAM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YETUKURI UTTEJ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2520030439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ALLAM CHARANTEJA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2520030418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GROUP NUMBER : 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3810626"/>
              </p:ext>
            </p:extLst>
          </p:nvPr>
        </p:nvGraphicFramePr>
        <p:xfrm>
          <a:off x="838199" y="1416193"/>
          <a:ext cx="10515600" cy="220241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50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5651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2520030556 HAMSINI VANAM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Backend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5651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2520030439 YETUKURI UTTEJ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Frontend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5651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                2520030418 ALLAM CHARANTEJA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Database Design &amp;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fitness industry is rapidly shifting from manual, staff-dependent processes to digital, member-driven experiences. This project proposes a Fitness &amp; Wellness Mobile App that empowers gym and wellness-center members to independently manage their fitness journey.</a:t>
            </a:r>
          </a:p>
          <a:p>
            <a:pPr marL="0" indent="0">
              <a:buNone/>
            </a:pPr>
            <a:r>
              <a:rPr lang="en-US" sz="2000" dirty="0"/>
              <a:t>The app allows members to book classes, track workouts, monitor wellness metrics, manage memberships and payments, and communicate with trainers, all without depending on front-desk staff.</a:t>
            </a:r>
          </a:p>
          <a:p>
            <a:pPr marL="0" indent="0">
              <a:buNone/>
            </a:pPr>
            <a:r>
              <a:rPr lang="en-US" sz="2000" dirty="0"/>
              <a:t>By combining self-service convenience with real-time data and personalized insights, the system aims to improve member engagement, retention, and satisfaction while reducing the administrative burden on gym staff.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Context: </a:t>
            </a:r>
            <a:r>
              <a:rPr lang="en-US" sz="2000" dirty="0"/>
              <a:t>Fitness centers and wellness clubs increasingly rely on mobile technology to engage members beyond the physical facility.</a:t>
            </a:r>
          </a:p>
          <a:p>
            <a:r>
              <a:rPr lang="en-US" sz="2000" b="1" dirty="0"/>
              <a:t>Member Self-Service: </a:t>
            </a:r>
            <a:r>
              <a:rPr lang="en-US" sz="2000" dirty="0"/>
              <a:t>Members expect to book classes, check schedules, and track progress instantly from their phones.</a:t>
            </a:r>
          </a:p>
          <a:p>
            <a:r>
              <a:rPr lang="en-US" sz="2000" b="1" dirty="0"/>
              <a:t>Scope: </a:t>
            </a:r>
            <a:r>
              <a:rPr lang="en-US" sz="2000" dirty="0"/>
              <a:t>The proposed mobile app covers class booking, workout &amp; wellness tracking, membership management, and trainer communication.</a:t>
            </a:r>
          </a:p>
          <a:p>
            <a:r>
              <a:rPr lang="en-US" sz="2000" b="1" dirty="0"/>
              <a:t>Platforms: </a:t>
            </a:r>
            <a:r>
              <a:rPr lang="en-US" sz="2000" dirty="0"/>
              <a:t>Designed as a cross-platform mobile application (Android &amp; iOS) backed by a secure cloud server.</a:t>
            </a:r>
          </a:p>
          <a:p>
            <a:r>
              <a:rPr lang="en-US" sz="2000" b="1" dirty="0"/>
              <a:t>Beneficiaries: </a:t>
            </a:r>
            <a:r>
              <a:rPr lang="en-US" sz="2000" dirty="0"/>
              <a:t>Gym members, personal trainers, and gym administrators all benefit from a unified digital platform.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Membership registration and renewals are handled manually at the front desk using paper forms or spreadsheets.</a:t>
            </a:r>
          </a:p>
          <a:p>
            <a:r>
              <a:rPr lang="en-US" sz="2000" dirty="0"/>
              <a:t>Class bookings and slot management rely on phone calls or physical sign-up sheets, causing overbooking and confusion.</a:t>
            </a:r>
          </a:p>
          <a:p>
            <a:r>
              <a:rPr lang="en-US" sz="2000" dirty="0"/>
              <a:t>Workout and progress tracking is inconsistent, often maintained by members on paper or generic notes apps.</a:t>
            </a:r>
          </a:p>
          <a:p>
            <a:r>
              <a:rPr lang="en-US" sz="2000" dirty="0"/>
              <a:t>Payment collection is largely cash or in-person card transactions with no automated reminders for renewals.</a:t>
            </a:r>
          </a:p>
          <a:p>
            <a:r>
              <a:rPr lang="en-US" sz="2000" dirty="0"/>
              <a:t>Communication between members and trainers happens informally, with no centralized record of plans or feedback.</a:t>
            </a:r>
          </a:p>
          <a:p>
            <a:r>
              <a:rPr lang="en-US" sz="2000" dirty="0"/>
              <a:t>Gym staff spend significant time on administrative tasks instead of member engagement.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No centralized platform for members to view schedules, book classes, or manage memberships on their own.</a:t>
            </a:r>
          </a:p>
          <a:p>
            <a:r>
              <a:rPr lang="en-US" sz="2000" dirty="0"/>
              <a:t>Manual booking leads to double-booking of classes and long wait times at the front desk.</a:t>
            </a:r>
          </a:p>
          <a:p>
            <a:r>
              <a:rPr lang="en-US" sz="2000" dirty="0"/>
              <a:t>Members lack real-time visibility into workout history, attendance, and wellness progress.</a:t>
            </a:r>
          </a:p>
          <a:p>
            <a:r>
              <a:rPr lang="en-US" sz="2000" dirty="0"/>
              <a:t>Missed membership renewals and payment delays due to absence of automated notifications.</a:t>
            </a:r>
          </a:p>
          <a:p>
            <a:r>
              <a:rPr lang="en-US" sz="2000" dirty="0"/>
              <a:t>Limited or no direct channel for members to interact with trainers or receive personalized guidance.</a:t>
            </a:r>
          </a:p>
          <a:p>
            <a:r>
              <a:rPr lang="en-US" sz="2000" dirty="0"/>
              <a:t>Gym administrators lack consolidated data/analytics to understand member engagement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Self-Service Mobile App: </a:t>
            </a:r>
            <a:r>
              <a:rPr lang="en-US" sz="2000" dirty="0"/>
              <a:t>A unified Android/iOS application that lets members handle bookings, tracking, and payments independently.</a:t>
            </a:r>
          </a:p>
          <a:p>
            <a:r>
              <a:rPr lang="en-US" sz="2000" b="1" dirty="0"/>
              <a:t>Smart Class Booking: </a:t>
            </a:r>
            <a:r>
              <a:rPr lang="en-US" sz="2000" dirty="0"/>
              <a:t>Real-time slot availability with automatic conflict prevention and waitlist management.</a:t>
            </a:r>
          </a:p>
          <a:p>
            <a:r>
              <a:rPr lang="en-US" sz="2000" b="1" dirty="0"/>
              <a:t>Wellness Tracking: </a:t>
            </a:r>
            <a:r>
              <a:rPr lang="en-US" sz="2000" dirty="0"/>
              <a:t>In-app logging of workouts, attendance, body metrics, and progress trends over time.</a:t>
            </a:r>
          </a:p>
          <a:p>
            <a:r>
              <a:rPr lang="en-US" sz="2000" b="1" dirty="0"/>
              <a:t>Automated Membership &amp; Payments: </a:t>
            </a:r>
            <a:r>
              <a:rPr lang="en-US" sz="2000" dirty="0"/>
              <a:t>Digital plan management with renewal reminders and secure online payments.</a:t>
            </a:r>
          </a:p>
          <a:p>
            <a:r>
              <a:rPr lang="en-US" sz="2000" b="1" dirty="0"/>
              <a:t>Trainer Connect: </a:t>
            </a:r>
            <a:r>
              <a:rPr lang="en-US" sz="2000" dirty="0"/>
              <a:t>In-app messaging and session feedback between members and trainers.</a:t>
            </a:r>
          </a:p>
          <a:p>
            <a:r>
              <a:rPr lang="en-US" sz="2000" b="1" dirty="0"/>
              <a:t>Admin Dashboard: </a:t>
            </a:r>
            <a:r>
              <a:rPr lang="en-US" sz="2000" dirty="0"/>
              <a:t>Centralized backend for staff to manage members, classes, trainers, and view engagement analytics.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dirty="0"/>
              <a:t>Design a user-friendly mobile application for fitness club members to manage their profile and membership.</a:t>
            </a:r>
          </a:p>
          <a:p>
            <a:r>
              <a:rPr lang="en-US" sz="1900" dirty="0"/>
              <a:t>Enable real-time booking of classes, personal training sessions, and facility slots.</a:t>
            </a:r>
          </a:p>
          <a:p>
            <a:r>
              <a:rPr lang="en-US" sz="1900" dirty="0"/>
              <a:t>Provide tools for members to log and track workouts, nutrition, and wellness metrics.</a:t>
            </a:r>
          </a:p>
          <a:p>
            <a:r>
              <a:rPr lang="en-US" sz="1900" dirty="0"/>
              <a:t>Automate membership renewals, billing, and secure online payments.</a:t>
            </a:r>
          </a:p>
          <a:p>
            <a:r>
              <a:rPr lang="en-US" sz="1900" dirty="0"/>
              <a:t>Facilitate direct communication between members and trainers through the app.</a:t>
            </a:r>
          </a:p>
          <a:p>
            <a:r>
              <a:rPr lang="en-US" sz="1900" dirty="0"/>
              <a:t>Deliver an admin dashboard for staff to manage operations and gain member engagement insights.</a:t>
            </a:r>
          </a:p>
          <a:p>
            <a:r>
              <a:rPr lang="en-US" sz="1900" dirty="0"/>
              <a:t>Improve overall member retention and satisfaction through convenience and 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b="1" dirty="0"/>
              <a:t>Member Registration &amp; Profile: </a:t>
            </a:r>
            <a:r>
              <a:rPr lang="en-US" sz="1900" dirty="0"/>
              <a:t>Sign-up, login, profile management, and membership plan selection.</a:t>
            </a:r>
          </a:p>
          <a:p>
            <a:r>
              <a:rPr lang="en-US" sz="1900" b="1" dirty="0"/>
              <a:t>Class &amp; Session Booking: </a:t>
            </a:r>
            <a:r>
              <a:rPr lang="en-US" sz="1900" dirty="0"/>
              <a:t>Browse schedules, book/cancel classes and personal training sessions in real time.</a:t>
            </a:r>
          </a:p>
          <a:p>
            <a:r>
              <a:rPr lang="en-US" sz="1900" b="1" dirty="0"/>
              <a:t>Workout &amp; Wellness Tracker: </a:t>
            </a:r>
            <a:r>
              <a:rPr lang="en-US" sz="1900" dirty="0"/>
              <a:t>Log workouts, track attendance, weight, BMI, and other wellness metrics.</a:t>
            </a:r>
          </a:p>
          <a:p>
            <a:r>
              <a:rPr lang="en-US" sz="1900" b="1" dirty="0"/>
              <a:t>Membership &amp; Payment Management: </a:t>
            </a:r>
            <a:r>
              <a:rPr lang="en-US" sz="1900" dirty="0"/>
              <a:t>View plan details, renew memberships, and make secure online payments.</a:t>
            </a:r>
          </a:p>
          <a:p>
            <a:r>
              <a:rPr lang="en-US" sz="1900" b="1" dirty="0"/>
              <a:t>Notifications &amp; Reminders: </a:t>
            </a:r>
            <a:r>
              <a:rPr lang="en-US" sz="1900" dirty="0"/>
              <a:t>Automated alerts for class bookings, renewals, and payment due dates.</a:t>
            </a:r>
          </a:p>
          <a:p>
            <a:r>
              <a:rPr lang="en-US" sz="1900" b="1" dirty="0"/>
              <a:t>Trainer Interaction: </a:t>
            </a:r>
            <a:r>
              <a:rPr lang="en-US" sz="1900" dirty="0"/>
              <a:t>In-app chat, session feedback, and personalized workout/diet plans from trainers.</a:t>
            </a:r>
          </a:p>
          <a:p>
            <a:r>
              <a:rPr lang="en-US" sz="1900" b="1" dirty="0"/>
              <a:t>Admin Dashboard: </a:t>
            </a:r>
            <a:r>
              <a:rPr lang="en-US" sz="1900" dirty="0"/>
              <a:t>Manage members, trainers, classes, payments, and view usage analytics.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b="1" dirty="0"/>
              <a:t>Frontend: </a:t>
            </a:r>
            <a:r>
              <a:rPr lang="en-US" sz="1900" dirty="0"/>
              <a:t>Flutter / React Native for cross-platform Android and iOS development.</a:t>
            </a:r>
          </a:p>
          <a:p>
            <a:r>
              <a:rPr lang="en-US" sz="1900" b="1" dirty="0"/>
              <a:t>Backend: </a:t>
            </a:r>
            <a:r>
              <a:rPr lang="en-US" sz="1900" dirty="0"/>
              <a:t>Node.js (Express) / Django REST Framework for API development.</a:t>
            </a:r>
          </a:p>
          <a:p>
            <a:r>
              <a:rPr lang="en-US" sz="1900" b="1" dirty="0"/>
              <a:t>Database: </a:t>
            </a:r>
            <a:r>
              <a:rPr lang="en-US" sz="1900" dirty="0"/>
              <a:t>MySQL / Firebase Firestore for storing member, booking, and wellness data.</a:t>
            </a:r>
          </a:p>
          <a:p>
            <a:r>
              <a:rPr lang="en-US" sz="1900" b="1" dirty="0"/>
              <a:t>Authentication: </a:t>
            </a:r>
            <a:r>
              <a:rPr lang="en-US" sz="1900" dirty="0"/>
              <a:t>Firebase Authentication / JWT-based secure login.</a:t>
            </a:r>
          </a:p>
          <a:p>
            <a:r>
              <a:rPr lang="en-US" sz="1900" b="1" dirty="0"/>
              <a:t>Cloud &amp; Hosting: </a:t>
            </a:r>
            <a:r>
              <a:rPr lang="en-US" sz="1900" dirty="0"/>
              <a:t>AWS / Google Cloud Platform for backend hosting and storage.</a:t>
            </a:r>
          </a:p>
          <a:p>
            <a:r>
              <a:rPr lang="en-US" sz="1900" b="1" dirty="0"/>
              <a:t>Tools: </a:t>
            </a:r>
            <a:r>
              <a:rPr lang="en-US" sz="1900" dirty="0"/>
              <a:t>Android Studio, VS Code, Postman, Git &amp; GitHub for version control.</a:t>
            </a:r>
          </a:p>
          <a:p>
            <a:r>
              <a:rPr lang="en-US" sz="1900" b="1" dirty="0"/>
              <a:t>Operating System: </a:t>
            </a:r>
            <a:r>
              <a:rPr lang="en-US" sz="1900" dirty="0"/>
              <a:t>Windows / macOS / Linux for development environment.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idx="1"/>
          </p:nvPr>
        </p:nvSpPr>
        <p:spPr>
          <a:xfrm>
            <a:off x="838200" y="1416193"/>
            <a:ext cx="10515600" cy="4700000"/>
          </a:xfrm>
        </p:spPr>
        <p:txBody>
          <a:bodyPr>
            <a:normAutofit/>
          </a:bodyPr>
          <a:lstStyle/>
          <a:p>
            <a:r>
              <a:rPr lang="en-US" sz="2000" b="1" dirty="0"/>
              <a:t>Conclusion: </a:t>
            </a:r>
            <a:r>
              <a:rPr lang="en-US" sz="2000" dirty="0"/>
              <a:t>The proposed Fitness &amp; Wellness Mobile App streamlines gym operations by shifting routine tasks (booking, tracking, payments) to a convenient member self-service platform.</a:t>
            </a:r>
          </a:p>
          <a:p>
            <a:r>
              <a:rPr lang="en-US" sz="2000" b="1" dirty="0"/>
              <a:t>Impact: </a:t>
            </a:r>
            <a:r>
              <a:rPr lang="en-US" sz="2000" dirty="0"/>
              <a:t>Reduces front-desk workload, minimizes booking conflicts, and gives members real-time visibility into their fitness journey.</a:t>
            </a:r>
          </a:p>
          <a:p>
            <a:r>
              <a:rPr lang="en-US" sz="2000" b="1" dirty="0"/>
              <a:t>Engagement: </a:t>
            </a:r>
            <a:r>
              <a:rPr lang="en-US" sz="2000" dirty="0"/>
              <a:t>Personalized tracking and trainer interaction features are expected to improve member retention and satisfaction.</a:t>
            </a:r>
          </a:p>
          <a:p>
            <a:r>
              <a:rPr lang="en-US" sz="2000" b="1" dirty="0"/>
              <a:t>Future Scope: </a:t>
            </a:r>
            <a:r>
              <a:rPr lang="en-US" sz="2000" dirty="0"/>
              <a:t>Integration with wearable devices (smartwatches, fitness bands) for automatic activity and health-metric syncing.</a:t>
            </a:r>
          </a:p>
          <a:p>
            <a:r>
              <a:rPr lang="en-US" sz="2000" b="1" dirty="0"/>
              <a:t>Future Scope: </a:t>
            </a:r>
            <a:r>
              <a:rPr lang="en-US" sz="2000" dirty="0"/>
              <a:t>AI-driven personalized workout and diet recommendations based on member progress data.</a:t>
            </a:r>
          </a:p>
          <a:p>
            <a:r>
              <a:rPr lang="en-US" sz="2000" b="1" dirty="0"/>
              <a:t>Future Scope: </a:t>
            </a:r>
            <a:r>
              <a:rPr lang="en-US" sz="2000" dirty="0"/>
              <a:t>Gamification (badges, challenges, leaderboards) to further boost member motivation and engagement.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8299</TotalTime>
  <Words>1065</Words>
  <Application>Microsoft Office PowerPoint</Application>
  <PresentationFormat>Widescreen</PresentationFormat>
  <Paragraphs>123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1rst REVIEW  Fitness &amp; Wellness Mobile App for Member Self-Service    </vt:lpstr>
      <vt:lpstr>GROUP NUMBER : 12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Hamsini Vanam</cp:lastModifiedBy>
  <cp:revision>97</cp:revision>
  <dcterms:created xsi:type="dcterms:W3CDTF">2022-05-20T10:20:31Z</dcterms:created>
  <dcterms:modified xsi:type="dcterms:W3CDTF">2026-08-17T16:09:39Z</dcterms:modified>
</cp:coreProperties>
</file>